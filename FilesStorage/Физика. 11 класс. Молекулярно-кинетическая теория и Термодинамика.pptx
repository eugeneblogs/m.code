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81F79-5909-4447-BDB7-5B38BADD3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EB4588-BD3A-421A-9F0C-559CB7D5E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ECEEA2-8471-4F7B-B8DC-46C96BCF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943C4B-3E96-414D-9BDE-5BE97055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B4D1CE-CC34-416F-AF7D-0DFCE86E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36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6F211-781B-45C2-BF2C-DD39C36D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84122F-F436-4043-A1CA-267BD94A0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25BBB7-CD8B-4FC6-939D-AFE17A3D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BCB5E0-CD9E-44F7-B629-1E5E2828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6B55F9-86A7-44EB-8935-9FF35912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206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10C76-4E3B-4846-990E-243CCB63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4455AF-9BA6-454F-AAED-30F282033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4247AB-94F6-4BA0-838F-C71F49FA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2BAAB8-9212-471D-8CFA-2C92BA39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46A6B7-F140-499B-8B4D-8A485341F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53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7B5FE-97FF-4B00-A9C3-3B5D1BFC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2FDDA3-066D-4E7B-9BA4-A8198F3B4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C3C5E8-1F00-4B38-9EF7-F2DC1F777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1ADD1F-3C2F-4154-968B-42DF41CF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3B8A37-700E-4D61-8049-31767EB0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6FD5F6-CE7F-4F32-9363-8AF28ED6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36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B016BE-77D7-4D47-91F0-DA9E74FAE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97776F-114C-4B2D-9AEE-17ACA21E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93CD77-11E0-44A4-90FA-3308ED6C9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BA7D3F-1AC4-4522-98C2-3C7534D6D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E62E74-51EA-40D1-8449-748AF994F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C164D7-D6D3-484E-BDE4-B9645E06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2D1FD9E-BF1D-466C-B451-B6CF24B9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37E3123-E79B-4848-9D2A-9995C11C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37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2286C-C14D-488F-B133-C7DD4DBE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99827EF-DCFA-4D80-ADB2-EE947211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FFA47D-C3D5-479C-8A0F-EE6DD1FD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00BD15-C10D-4DC4-B165-B27BA052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31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C84642-A64F-4224-9A1F-FC5DB3EA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6D031A-EF9B-45E3-A610-AF15D5F4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D470A5-82B4-458E-B6CC-35B691A2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77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47E7E-DBEA-4E92-950D-DABA0C26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194EF-BF24-4523-BF44-2E89A120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D7E7F5-604C-457F-8C48-60D4E3A47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1428CE-23B9-4D22-9FD7-D27AF6B2C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3534D8-E4BA-4B9F-82C1-5E0DBF16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ED6474-7BF3-4AFB-848C-ABFF7B0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27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242C0-7CB4-47E9-9BAA-CBA1F84C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9BC3A06-3E77-4D2D-AD1A-CFD2BE3FD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F83718-8B99-4D52-BB43-903B51C3A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8DDD96-3535-4D96-A408-4AB5C292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E012C3-E2DB-436F-B51F-1B1A4B1E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E6B8D3-8467-499C-80A2-87ADC599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42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1985E-509A-4501-A94A-52217740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94EFEC-65DF-40B4-8D1A-C978750A9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8F7231-A01E-459C-A082-2FC20332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83EFD6-9468-4FC7-8318-4E82EB6F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C03C19-2F37-49B2-A57B-68F0908A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86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13A7D5-1102-4FA7-BEBA-342E65D033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7FFF19-1D82-45C7-85B8-6C418A53B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9D2602-97E7-4599-9223-9F671214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7A2DB3-FA50-4AB8-819B-411C1407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48742-EB4E-4518-AD41-F17A1EFA1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54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2808A-046C-464D-9D09-79D52E20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84549C-F559-472F-B5E1-499E0DCEF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D919C1-0078-4D7E-BF91-580A5AD2C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F5526-05E5-44A3-A18A-EAD60DF8DCE1}" type="datetimeFigureOut">
              <a:rPr lang="ru-RU" smtClean="0"/>
              <a:t>08.09.2022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63C8EB-7A41-401F-8E3A-F1E1F53A4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0E0FE0-D7D8-43BB-B73D-400A0AAB7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9F9BE-B208-4E20-B1C4-C3A18BBE73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00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10" Type="http://schemas.openxmlformats.org/officeDocument/2006/relationships/image" Target="../media/image12.emf"/><Relationship Id="rId4" Type="http://schemas.openxmlformats.org/officeDocument/2006/relationships/image" Target="../media/image6.emf"/><Relationship Id="rId9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41529-B492-4E86-8E08-2B16B4359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Повторение</a:t>
            </a:r>
            <a:br>
              <a:rPr lang="ru-RU" b="1" dirty="0">
                <a:solidFill>
                  <a:srgbClr val="0070C0"/>
                </a:solidFill>
              </a:rPr>
            </a:b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B5E233-8226-4C3C-B653-D283034BFC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МКТ и ТД</a:t>
            </a:r>
          </a:p>
        </p:txBody>
      </p:sp>
    </p:spTree>
    <p:extLst>
      <p:ext uri="{BB962C8B-B14F-4D97-AF65-F5344CB8AC3E}">
        <p14:creationId xmlns:p14="http://schemas.microsoft.com/office/powerpoint/2010/main" val="23183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262E00-BC66-46BC-8809-F236827F3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56" y="416037"/>
            <a:ext cx="11077282" cy="235544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AAA0ED-EC98-44AD-9969-9EB76242C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56" y="3271102"/>
            <a:ext cx="11058868" cy="14328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405DD1-3F30-41BC-B24B-6D0C3C779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56" y="5039390"/>
            <a:ext cx="11047945" cy="13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2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A361DD-A2AD-43F0-92A3-1D4343884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51" y="257977"/>
            <a:ext cx="11086932" cy="1419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D92FC5-756B-450D-B368-EEDBBA81B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422" y="1875829"/>
            <a:ext cx="4965000" cy="433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707CC5-0014-4DFE-9DA2-570BF0A58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70" y="2624253"/>
            <a:ext cx="2721761" cy="125766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528F82C-F21B-4776-AB83-A1AE6EBE95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266" y="2711455"/>
            <a:ext cx="2326651" cy="11704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5CF7A3-3EEB-4058-8052-865ED7290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860" y="2702360"/>
            <a:ext cx="2407766" cy="125766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196B91B-511D-4E33-AD2E-A11A34BE0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196" y="5361960"/>
            <a:ext cx="2256508" cy="121780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33501DF-BB23-475E-AA79-B487CB0AB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5401" y="5323816"/>
            <a:ext cx="2141197" cy="125595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F92A45A-D964-40C7-A84C-7EB596E156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4785" y="5446062"/>
            <a:ext cx="3802998" cy="101146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0B5B22C-EBBC-484E-9407-E3F6C032B7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4410" y="4283801"/>
            <a:ext cx="5479813" cy="80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7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395331-CFA7-4C9B-B7DC-CDAE7B5FD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95" y="190892"/>
            <a:ext cx="9797712" cy="645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2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2DC875-59DF-4240-AD3C-FB6527BC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796" y="188444"/>
            <a:ext cx="6121019" cy="666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2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8BBB95-5720-4649-8DDE-92BAE86E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8" y="285783"/>
            <a:ext cx="11835274" cy="14759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D991B7-D7E5-4CF3-B9AD-FC87AE834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66" y="2139176"/>
            <a:ext cx="10685317" cy="27476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B8B13B0-2739-4FB3-B129-308DC187E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473" y="4886846"/>
            <a:ext cx="4705054" cy="4289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40387A3-BBE9-46F0-8A8A-A3D391811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911" y="5457453"/>
            <a:ext cx="8989565" cy="119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9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0CD6EE-3DFE-42EB-9252-16C952E0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22" y="188535"/>
            <a:ext cx="10182034" cy="655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0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72C1B1-229C-483B-8C9C-EA166776C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44" y="254524"/>
            <a:ext cx="11330242" cy="412201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AF15BF-1E3E-4FE4-A499-D250EC487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323" y="4471166"/>
            <a:ext cx="7545576" cy="232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0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702584-F87E-4C9B-94FA-B9CEF600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31" y="545138"/>
            <a:ext cx="5219745" cy="24601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461955-152E-4877-ABD5-31B05D905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96" y="3303221"/>
            <a:ext cx="9814407" cy="237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677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</Words>
  <Application>Microsoft Office PowerPoint</Application>
  <PresentationFormat>Широкоэкранный</PresentationFormat>
  <Paragraphs>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Повторение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Повторение </dc:title>
  <dc:creator>Елена Юрепина</dc:creator>
  <cp:lastModifiedBy>Елена Юрепина</cp:lastModifiedBy>
  <cp:revision>2</cp:revision>
  <dcterms:created xsi:type="dcterms:W3CDTF">2022-09-07T23:17:39Z</dcterms:created>
  <dcterms:modified xsi:type="dcterms:W3CDTF">2022-09-07T23:42:02Z</dcterms:modified>
</cp:coreProperties>
</file>